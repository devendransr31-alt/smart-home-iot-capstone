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Smart Home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3746"/>
                </a:solidFill>
              </a:defRPr>
            </a:pPr>
            <a:r>
              <a:t>Room Temperature &amp; Humidity Monitor</a:t>
            </a:r>
          </a:p>
          <a:p>
            <a:pPr>
              <a:spcAft>
                <a:spcPts val="1200"/>
              </a:spcAft>
              <a:defRPr sz="2300">
                <a:solidFill>
                  <a:srgbClr val="283746"/>
                </a:solidFill>
              </a:defRPr>
            </a:pPr>
            <a:r>
              <a:t>CAPSTONE 4 • AI-assisted project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CAPSTONE 4 •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Room conditions can change unnoticed.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• Measure temperature and relative humidity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• Report readings as CSV over USB serial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• Alert with LEDs and buzzer when thresholds are crossed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CAPSTONE 4 •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DHT22 sensor → ESP32 → Serial Monitor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                              ↘ Green/Red LEDs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                              ↘ Buzzer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Baseline is offline; Wi-Fi dashboard is future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CAPSTONE 4 •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ESP32 DevKit V1 — ₹401.20 (observed listing)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DHT22 sensor — ₹212.40 (observed listing)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LEDs, resistors, buzzer, wiring, USB supply — estimates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Estimated subtotal: ₹926.60 before shipping; re-check prices.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CAPSTONE 4 •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Firmware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Sample every ~2.5 seconds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1. Read temperature and humidity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2. If read fails: print SENSOR_ERROR; red LED on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3. If temperature ≥ 30 °C OR RH ≥ 70%: ALERT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4. Otherwise: NORMAL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5. Print timestamp, values, and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CAPSTONE 4 •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Verification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Test plan includes normal, threshold, sensor-fault, boundary, and cadence cases.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BOM.csv → AUTOMATION.py → formatted BOM.xlsx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Important: tests are planned, not executed; add simulator/hardware evidence after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CAPSTONE 4 •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Safety, Privacy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• Verify sensor pinout, pull-up, board pins, and buzzer current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• Use regulated USB power; transistor driver where needed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• No cloud or personal data in baseline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• Not a certified safety device; calibrate before real use</a:t>
            </a:r>
          </a:p>
          <a:p>
            <a:pPr>
              <a:spcAft>
                <a:spcPts val="1200"/>
              </a:spcAft>
              <a:defRPr sz="2100">
                <a:solidFill>
                  <a:srgbClr val="283746"/>
                </a:solidFill>
              </a:defRPr>
            </a:pPr>
            <a:r>
              <a:t>Future: authenticated Wi-Fi dashboard, logging,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CAPSTONE 4 •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